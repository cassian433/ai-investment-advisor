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574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400" b="1">
                <a:solidFill>
                  <a:srgbClr val="F2B73F"/>
                </a:solidFill>
                <a:latin typeface="Calibri"/>
              </a:rPr>
              <a:t>AI Investment Advisor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5468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6E9EF"/>
                </a:solidFill>
                <a:latin typeface="Calibri"/>
              </a:rPr>
              <a:t>Tell it how much money you have. It tells you where to put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343400"/>
            <a:ext cx="2377440" cy="10972"/>
          </a:xfrm>
          <a:prstGeom prst="rect">
            <a:avLst/>
          </a:prstGeom>
          <a:solidFill>
            <a:srgbClr val="1E2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177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E6E9EF"/>
                </a:solidFill>
                <a:latin typeface="Calibri"/>
              </a:rPr>
              <a:t>Atharva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Project Based Learning,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8295" y="46177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atharva.funl.bio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44144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42316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Most people leave their savings in a bank account, where inflation eats the value year after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0332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390448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8620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Advice from banks and apps is generic, or it points you at the products they earn from.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16636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536752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34924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A normal person cannot read the market every day and act on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E6E9EF"/>
                </a:solidFill>
                <a:latin typeface="Calibri"/>
              </a:rPr>
              <a:t>A web app that takes three answers from you and returns a plan for your money, backed by live market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0120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Risk score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A number from 0 to 100 that says how much risk suits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803904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Where to invest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Your money split across five options, in rupees and in percent.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647688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Live market and news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Five stock picks with today's price, and today's headlines.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7152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491472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Growth projection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What the amount could become over the period you chose.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23544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You enter amount, time, and comfort with risk.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2908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00400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The model scores your risk.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69764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39512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477256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Money is split across five options based on that score.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246620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16368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754112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Live prices and news are pulled in.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523476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93224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30968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Growth is projected with a best and worst case.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The AI 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5358384" cy="30632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96696" y="2404872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660904"/>
            <a:ext cx="4736592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100" b="1">
                <a:solidFill>
                  <a:srgbClr val="F2B73F"/>
                </a:solidFill>
                <a:latin typeface="Calibri"/>
              </a:rPr>
              <a:t>Risk model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A logistic regression model, one of the simplest there is.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Trained on 2,000 investor profiles: amount, time horizon, and stated risk preference.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It returns one number, a risk score from 0 to 100.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2057400"/>
            <a:ext cx="5358384" cy="30632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729984" y="2404872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9984" y="2660904"/>
            <a:ext cx="473659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100" b="1">
                <a:solidFill>
                  <a:srgbClr val="F2B73F"/>
                </a:solidFill>
                <a:latin typeface="Calibri"/>
              </a:rPr>
              <a:t>News reading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Every headline we pull is scored as positive, neutral or negative.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Those scores are combined into one market mood for the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9984" y="43616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3DDC97"/>
                </a:solidFill>
                <a:latin typeface="Calibri"/>
              </a:rPr>
              <a:t>Positive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61688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8A93A6"/>
                </a:solidFill>
                <a:latin typeface="Calibri"/>
              </a:rPr>
              <a:t>Neutral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90304" y="436168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6B6B"/>
                </a:solidFill>
                <a:latin typeface="Calibri"/>
              </a:rPr>
              <a:t>Negative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504688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Both models are small enough to explain on one slide, and both run live on every request.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2B73F"/>
                </a:solidFill>
                <a:latin typeface="Calibri"/>
              </a:rPr>
              <a:t>atharva.funl.bio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27248"/>
            <a:ext cx="146304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74720"/>
            <a:ext cx="4480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Calibri"/>
              </a:rPr>
              <a:t>Example: 5 lakh, 5 years, moderate risk.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Live now. React and FastAPI, with a built-in assistant on Claude Sonnet. Code on GitHub.</a:t>
            </a:r>
          </a:p>
        </p:txBody>
      </p:sp>
      <p:pic>
        <p:nvPicPr>
          <p:cNvPr id="7" name="Picture 6" descr="screensh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5715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Data 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37744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8658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Prices and news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Yahoo Finance, live. NSE tickers for Reliance, TCS and HDFC Bank, plus a Gold ETF and Bitcoin priced in rupees.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379476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390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Expected returns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Published long-run averages for each of the five asset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98348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521208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2122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Risk model training data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2,000 investor profiles generated from investor profile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What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78408" y="2496312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715768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SIP mode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Invest a fixed amount every month instead of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2240280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711696" y="2496312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2715768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Broker connection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Link a broker account so the app can place the order for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31336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78408" y="4087368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306824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Hindi and regional languages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The same advice in the language the user thinks 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3831336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711696" y="4087368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306824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Alerts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A message when the news turns negative on something you hold.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778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E6E9EF"/>
                </a:solidFill>
                <a:latin typeface="Calibri"/>
              </a:rPr>
              <a:t>Thank you.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