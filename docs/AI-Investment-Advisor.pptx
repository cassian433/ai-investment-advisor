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691640"/>
            <a:ext cx="822960" cy="54864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574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5400" b="1">
                <a:solidFill>
                  <a:srgbClr val="F2B73F"/>
                </a:solidFill>
                <a:latin typeface="Calibri"/>
              </a:rPr>
              <a:t>AI Investment Advisor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5468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E6E9EF"/>
                </a:solidFill>
                <a:latin typeface="Calibri"/>
              </a:rPr>
              <a:t>Tell it how much money you have. It tells you where to put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343400"/>
            <a:ext cx="2377440" cy="10972"/>
          </a:xfrm>
          <a:prstGeom prst="rect">
            <a:avLst/>
          </a:prstGeom>
          <a:solidFill>
            <a:srgbClr val="1E2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6177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E6E9EF"/>
                </a:solidFill>
                <a:latin typeface="Calibri"/>
              </a:rPr>
              <a:t>Atharva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Project Based Learning,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48295" y="46177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400" b="0">
                <a:solidFill>
                  <a:srgbClr val="8A93A6"/>
                </a:solidFill>
                <a:latin typeface="Calibri"/>
              </a:rPr>
              <a:t>atharva.funl.bio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4028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2441448"/>
            <a:ext cx="45720" cy="76809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423160"/>
            <a:ext cx="9997135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E6E9EF"/>
                </a:solidFill>
                <a:latin typeface="Calibri"/>
              </a:rPr>
              <a:t>Most people leave their savings in a bank account, where inflation eats the value year after year.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0332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3904488"/>
            <a:ext cx="45720" cy="76809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86200"/>
            <a:ext cx="9997135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E6E9EF"/>
                </a:solidFill>
                <a:latin typeface="Calibri"/>
              </a:rPr>
              <a:t>Advice from banks and apps is generic, or it points you at the products they earn from.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16636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85800" y="5367528"/>
            <a:ext cx="45720" cy="768096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349240"/>
            <a:ext cx="9997135" cy="804672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E6E9EF"/>
                </a:solidFill>
                <a:latin typeface="Calibri"/>
              </a:rPr>
              <a:t>A normal person cannot read the market every day and act on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E6E9EF"/>
                </a:solidFill>
                <a:latin typeface="Calibri"/>
              </a:rPr>
              <a:t>A web app that takes three answers from you and returns a plan for your money, backed by live market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960120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Risk score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A number from 0 to 100 that says how much risk suits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803904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3904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Where to invest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Your money split across five options, in rupees and in percent.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3368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647688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Live market and news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Five stock picks with today's price, and today's headlines.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7152" y="2788920"/>
            <a:ext cx="2560320" cy="21488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9491472" y="3154679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429000"/>
            <a:ext cx="2011679" cy="12344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F2B73F"/>
                </a:solidFill>
                <a:latin typeface="Calibri"/>
              </a:rPr>
              <a:t>Growth projection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What the amount could become over the period you chose.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23544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3544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You enter amount, time, and comfort with risk.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2908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62656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200400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The model scores your risk.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969764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39512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477256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7256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Money is split across five options based on that score.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246620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16368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754112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Live prices and news are pulled in.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523476" y="3739896"/>
            <a:ext cx="219456" cy="201168"/>
          </a:xfrm>
          <a:prstGeom prst="rightArrow">
            <a:avLst>
              <a:gd name="adj1" fmla="val 40000"/>
              <a:gd name="adj2" fmla="val 55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93224" y="2743200"/>
            <a:ext cx="1956816" cy="21945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30968" y="2980944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0A0D14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3584448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E6E9EF"/>
                </a:solidFill>
                <a:latin typeface="Calibri"/>
              </a:rPr>
              <a:t>Growth is projected with a best and worst case.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The AI 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57400"/>
            <a:ext cx="5358384" cy="30632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96696" y="2404872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2660904"/>
            <a:ext cx="4736592" cy="2148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100" b="1">
                <a:solidFill>
                  <a:srgbClr val="F2B73F"/>
                </a:solidFill>
                <a:latin typeface="Calibri"/>
              </a:rPr>
              <a:t>Risk model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A logistic regression model, one of the simplest there is.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Trained on 2,000 investor profiles: amount, time horizon, and stated risk preference.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It returns one number, a risk score from 0 to 100.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2057400"/>
            <a:ext cx="5358384" cy="306324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729984" y="2404872"/>
            <a:ext cx="310896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9984" y="2660904"/>
            <a:ext cx="473659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100" b="1">
                <a:solidFill>
                  <a:srgbClr val="F2B73F"/>
                </a:solidFill>
                <a:latin typeface="Calibri"/>
              </a:rPr>
              <a:t>News reading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Every headline we pull is scored as positive, neutral or negative.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Those scores are combined into one market mood for the 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29984" y="43616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3DDC97"/>
                </a:solidFill>
                <a:latin typeface="Calibri"/>
              </a:rPr>
              <a:t>Positive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361688"/>
            <a:ext cx="1115568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8A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8A93A6"/>
                </a:solidFill>
                <a:latin typeface="Calibri"/>
              </a:rPr>
              <a:t>Neutral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90304" y="436168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10151F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6B6B"/>
                </a:solidFill>
                <a:latin typeface="Calibri"/>
              </a:rPr>
              <a:t>Negative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504688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Both models are small and easy to explain. Neither one predicts prices, and neither is a guarantee.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2B73F"/>
                </a:solidFill>
                <a:latin typeface="Calibri"/>
              </a:rPr>
              <a:t>atharva.funl.bio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127248"/>
            <a:ext cx="146304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474720"/>
            <a:ext cx="44805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E6E9EF"/>
                </a:solidFill>
                <a:latin typeface="Calibri"/>
              </a:rPr>
              <a:t>Example: 5 lakh, 5 years, moderate risk.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The app is live now. Built with React and FastAPI, code on GitHub.</a:t>
            </a:r>
          </a:p>
        </p:txBody>
      </p:sp>
      <p:pic>
        <p:nvPicPr>
          <p:cNvPr id="7" name="Picture 6" descr="screenshot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5715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Data 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85800" y="2377440"/>
            <a:ext cx="45720" cy="71323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86584"/>
            <a:ext cx="9997135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Prices and news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Yahoo Finance, live. NSE tickers for Reliance, TCS and HDFC Bank, plus a Gold ETF and Bitcoin priced in rupees.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85800" y="3794760"/>
            <a:ext cx="45720" cy="71323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3904"/>
            <a:ext cx="9997135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Expected returns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Published long-run averages for each of the five asset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983480"/>
            <a:ext cx="10820095" cy="1170432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85800" y="5212080"/>
            <a:ext cx="45720" cy="71323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221224"/>
            <a:ext cx="9997135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rgbClr val="F2B73F"/>
                </a:solidFill>
                <a:latin typeface="Calibri"/>
              </a:rPr>
              <a:t>Risk model training data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E6E9EF"/>
                </a:solidFill>
                <a:latin typeface="Calibri"/>
              </a:rPr>
              <a:t>2,000 investor profiles generated from investor profile rules.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566928" cy="50292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777240"/>
            <a:ext cx="10820095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>
                <a:solidFill>
                  <a:srgbClr val="F2B73F"/>
                </a:solidFill>
                <a:latin typeface="Calibri"/>
              </a:rPr>
              <a:t>What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240280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78408" y="2496312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2715768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SIP mode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Invest a fixed amount every month instead of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19088" y="2240280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711696" y="2496312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2715768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Broker connection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Link a broker account so the app can place the order for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31336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978408" y="4087368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4306824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Hindi and regional languages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The same advice in the language the user thinks 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3831336"/>
            <a:ext cx="5358384" cy="1280160"/>
          </a:xfrm>
          <a:prstGeom prst="roundRect">
            <a:avLst>
              <a:gd name="adj" fmla="val 7000"/>
            </a:avLst>
          </a:prstGeom>
          <a:solidFill>
            <a:srgbClr val="10151F"/>
          </a:solidFill>
          <a:ln w="12700">
            <a:solidFill>
              <a:srgbClr val="1E26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711696" y="4087368"/>
            <a:ext cx="274320" cy="41148"/>
          </a:xfrm>
          <a:prstGeom prst="rect">
            <a:avLst/>
          </a:prstGeom>
          <a:solidFill>
            <a:srgbClr val="F2B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4306824"/>
            <a:ext cx="4773168" cy="5943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2B73F"/>
                </a:solidFill>
                <a:latin typeface="Calibri"/>
              </a:rPr>
              <a:t>Alerts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8A93A6"/>
                </a:solidFill>
                <a:latin typeface="Calibri"/>
              </a:rPr>
              <a:t>A message when the news turns negative on something you hold.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778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E6E9EF"/>
                </a:solidFill>
                <a:latin typeface="Calibri"/>
              </a:rPr>
              <a:t>Thank you.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9149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8A93A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